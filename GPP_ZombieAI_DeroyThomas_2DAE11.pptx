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60" r:id="rId7"/>
    <p:sldId id="258" r:id="rId8"/>
    <p:sldId id="259" r:id="rId9"/>
    <p:sldId id="262" r:id="rId10"/>
    <p:sldId id="261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08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ndaele Yosha" userId="9e46ddaf-df5a-4623-8add-fe0b947d6181" providerId="ADAL" clId="{C0C05178-E97F-4600-9777-1D4069F9BFD8}"/>
    <pc:docChg chg="custSel modSld">
      <pc:chgData name="Vandaele Yosha" userId="9e46ddaf-df5a-4623-8add-fe0b947d6181" providerId="ADAL" clId="{C0C05178-E97F-4600-9777-1D4069F9BFD8}" dt="2021-12-17T14:48:31.752" v="124" actId="114"/>
      <pc:docMkLst>
        <pc:docMk/>
      </pc:docMkLst>
      <pc:sldChg chg="modSp mod">
        <pc:chgData name="Vandaele Yosha" userId="9e46ddaf-df5a-4623-8add-fe0b947d6181" providerId="ADAL" clId="{C0C05178-E97F-4600-9777-1D4069F9BFD8}" dt="2021-12-17T14:48:31.752" v="124" actId="114"/>
        <pc:sldMkLst>
          <pc:docMk/>
          <pc:sldMk cId="949077770" sldId="256"/>
        </pc:sldMkLst>
        <pc:spChg chg="mod">
          <ac:chgData name="Vandaele Yosha" userId="9e46ddaf-df5a-4623-8add-fe0b947d6181" providerId="ADAL" clId="{C0C05178-E97F-4600-9777-1D4069F9BFD8}" dt="2021-12-17T14:48:31.752" v="124" actId="114"/>
          <ac:spMkLst>
            <pc:docMk/>
            <pc:sldMk cId="949077770" sldId="256"/>
            <ac:spMk id="3" creationId="{510651AA-5F60-4B6E-8386-AEA67C018DF4}"/>
          </ac:spMkLst>
        </pc:spChg>
      </pc:sldChg>
    </pc:docChg>
  </pc:docChgLst>
  <pc:docChgLst>
    <pc:chgData name="Boury Fries" userId="3f8d8554-fab3-4764-ac68-3715b85b6c80" providerId="ADAL" clId="{4E627FB3-04C7-446E-862B-D79CBD804048}"/>
    <pc:docChg chg="addSld modSld">
      <pc:chgData name="Boury Fries" userId="3f8d8554-fab3-4764-ac68-3715b85b6c80" providerId="ADAL" clId="{4E627FB3-04C7-446E-862B-D79CBD804048}" dt="2023-11-28T13:45:50.997" v="81" actId="20577"/>
      <pc:docMkLst>
        <pc:docMk/>
      </pc:docMkLst>
      <pc:sldChg chg="modSp mod">
        <pc:chgData name="Boury Fries" userId="3f8d8554-fab3-4764-ac68-3715b85b6c80" providerId="ADAL" clId="{4E627FB3-04C7-446E-862B-D79CBD804048}" dt="2023-11-28T13:43:47.989" v="31" actId="20577"/>
        <pc:sldMkLst>
          <pc:docMk/>
          <pc:sldMk cId="1114309558" sldId="257"/>
        </pc:sldMkLst>
        <pc:spChg chg="mod">
          <ac:chgData name="Boury Fries" userId="3f8d8554-fab3-4764-ac68-3715b85b6c80" providerId="ADAL" clId="{4E627FB3-04C7-446E-862B-D79CBD804048}" dt="2023-11-28T13:43:47.989" v="31" actId="20577"/>
          <ac:spMkLst>
            <pc:docMk/>
            <pc:sldMk cId="1114309558" sldId="257"/>
            <ac:spMk id="3" creationId="{64915428-ACD8-4B22-96DC-2806680ED3AB}"/>
          </ac:spMkLst>
        </pc:spChg>
      </pc:sldChg>
      <pc:sldChg chg="modSp mod">
        <pc:chgData name="Boury Fries" userId="3f8d8554-fab3-4764-ac68-3715b85b6c80" providerId="ADAL" clId="{4E627FB3-04C7-446E-862B-D79CBD804048}" dt="2023-11-28T13:44:13.807" v="39" actId="20577"/>
        <pc:sldMkLst>
          <pc:docMk/>
          <pc:sldMk cId="160499841" sldId="258"/>
        </pc:sldMkLst>
        <pc:spChg chg="mod">
          <ac:chgData name="Boury Fries" userId="3f8d8554-fab3-4764-ac68-3715b85b6c80" providerId="ADAL" clId="{4E627FB3-04C7-446E-862B-D79CBD804048}" dt="2023-11-28T13:44:13.807" v="39" actId="20577"/>
          <ac:spMkLst>
            <pc:docMk/>
            <pc:sldMk cId="160499841" sldId="258"/>
            <ac:spMk id="3" creationId="{64915428-ACD8-4B22-96DC-2806680ED3AB}"/>
          </ac:spMkLst>
        </pc:spChg>
      </pc:sldChg>
      <pc:sldChg chg="modSp mod">
        <pc:chgData name="Boury Fries" userId="3f8d8554-fab3-4764-ac68-3715b85b6c80" providerId="ADAL" clId="{4E627FB3-04C7-446E-862B-D79CBD804048}" dt="2023-11-28T13:45:43.430" v="76" actId="20577"/>
        <pc:sldMkLst>
          <pc:docMk/>
          <pc:sldMk cId="3267762851" sldId="259"/>
        </pc:sldMkLst>
        <pc:spChg chg="mod">
          <ac:chgData name="Boury Fries" userId="3f8d8554-fab3-4764-ac68-3715b85b6c80" providerId="ADAL" clId="{4E627FB3-04C7-446E-862B-D79CBD804048}" dt="2023-11-28T13:45:43.430" v="76" actId="20577"/>
          <ac:spMkLst>
            <pc:docMk/>
            <pc:sldMk cId="3267762851" sldId="259"/>
            <ac:spMk id="2" creationId="{EF6BB071-C63E-40D3-93C6-9F99F27862FE}"/>
          </ac:spMkLst>
        </pc:spChg>
        <pc:spChg chg="mod">
          <ac:chgData name="Boury Fries" userId="3f8d8554-fab3-4764-ac68-3715b85b6c80" providerId="ADAL" clId="{4E627FB3-04C7-446E-862B-D79CBD804048}" dt="2023-11-28T13:45:40.351" v="72" actId="6549"/>
          <ac:spMkLst>
            <pc:docMk/>
            <pc:sldMk cId="3267762851" sldId="259"/>
            <ac:spMk id="3" creationId="{64915428-ACD8-4B22-96DC-2806680ED3AB}"/>
          </ac:spMkLst>
        </pc:spChg>
      </pc:sldChg>
      <pc:sldChg chg="modSp add mod">
        <pc:chgData name="Boury Fries" userId="3f8d8554-fab3-4764-ac68-3715b85b6c80" providerId="ADAL" clId="{4E627FB3-04C7-446E-862B-D79CBD804048}" dt="2023-11-28T13:45:50.997" v="81" actId="20577"/>
        <pc:sldMkLst>
          <pc:docMk/>
          <pc:sldMk cId="1652142467" sldId="262"/>
        </pc:sldMkLst>
        <pc:spChg chg="mod">
          <ac:chgData name="Boury Fries" userId="3f8d8554-fab3-4764-ac68-3715b85b6c80" providerId="ADAL" clId="{4E627FB3-04C7-446E-862B-D79CBD804048}" dt="2023-11-28T13:45:46.970" v="80" actId="20577"/>
          <ac:spMkLst>
            <pc:docMk/>
            <pc:sldMk cId="1652142467" sldId="262"/>
            <ac:spMk id="2" creationId="{EF6BB071-C63E-40D3-93C6-9F99F27862FE}"/>
          </ac:spMkLst>
        </pc:spChg>
        <pc:spChg chg="mod">
          <ac:chgData name="Boury Fries" userId="3f8d8554-fab3-4764-ac68-3715b85b6c80" providerId="ADAL" clId="{4E627FB3-04C7-446E-862B-D79CBD804048}" dt="2023-11-28T13:45:50.997" v="81" actId="20577"/>
          <ac:spMkLst>
            <pc:docMk/>
            <pc:sldMk cId="1652142467" sldId="262"/>
            <ac:spMk id="3" creationId="{64915428-ACD8-4B22-96DC-2806680ED3AB}"/>
          </ac:spMkLst>
        </pc:spChg>
      </pc:sldChg>
    </pc:docChg>
  </pc:docChgLst>
  <pc:docChgLst>
    <pc:chgData name="Vandaele Yosha" userId="S::yosha.vandaele@howest.be::9e46ddaf-df5a-4623-8add-fe0b947d6181" providerId="AD" clId="Web-{E204D132-4CFC-4F24-0FBD-6FDAF349B147}"/>
    <pc:docChg chg="modSld">
      <pc:chgData name="Vandaele Yosha" userId="S::yosha.vandaele@howest.be::9e46ddaf-df5a-4623-8add-fe0b947d6181" providerId="AD" clId="Web-{E204D132-4CFC-4F24-0FBD-6FDAF349B147}" dt="2021-12-17T14:47:42.196" v="195" actId="20577"/>
      <pc:docMkLst>
        <pc:docMk/>
      </pc:docMkLst>
      <pc:sldChg chg="modSp">
        <pc:chgData name="Vandaele Yosha" userId="S::yosha.vandaele@howest.be::9e46ddaf-df5a-4623-8add-fe0b947d6181" providerId="AD" clId="Web-{E204D132-4CFC-4F24-0FBD-6FDAF349B147}" dt="2021-12-17T14:47:42.196" v="195" actId="20577"/>
        <pc:sldMkLst>
          <pc:docMk/>
          <pc:sldMk cId="949077770" sldId="256"/>
        </pc:sldMkLst>
        <pc:spChg chg="mod">
          <ac:chgData name="Vandaele Yosha" userId="S::yosha.vandaele@howest.be::9e46ddaf-df5a-4623-8add-fe0b947d6181" providerId="AD" clId="Web-{E204D132-4CFC-4F24-0FBD-6FDAF349B147}" dt="2021-12-17T14:47:42.196" v="195" actId="20577"/>
          <ac:spMkLst>
            <pc:docMk/>
            <pc:sldMk cId="949077770" sldId="256"/>
            <ac:spMk id="3" creationId="{510651AA-5F60-4B6E-8386-AEA67C018DF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nl-NL"/>
              <a:t>Klikken om de ondertitelstijl van het model te bewerken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82085877-2B37-48E7-8B6D-4D4ED486130A}" type="datetimeFigureOut">
              <a:rPr lang="en-BE" smtClean="0"/>
              <a:t>03/06/2026</a:t>
            </a:fld>
            <a:endParaRPr lang="en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F15161DE-E191-4798-91BE-355EA90292A5}" type="slidenum">
              <a:rPr lang="en-BE" smtClean="0"/>
              <a:t>‹nr.›</a:t>
            </a:fld>
            <a:endParaRPr lang="en-BE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628761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03/06/2026</a:t>
            </a:fld>
            <a:endParaRPr lang="en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029202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03/06/2026</a:t>
            </a:fld>
            <a:endParaRPr lang="en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‹nr.›</a:t>
            </a:fld>
            <a:endParaRPr lang="en-BE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6042343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03/06/2026</a:t>
            </a:fld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169076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nl-NL"/>
              <a:t>Klikken om de tekststijl van het model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03/06/2026</a:t>
            </a:fld>
            <a:endParaRPr lang="en-B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200549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03/06/2026</a:t>
            </a:fld>
            <a:endParaRPr lang="en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936337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03/06/2026</a:t>
            </a:fld>
            <a:endParaRPr lang="en-B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613796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03/06/2026</a:t>
            </a:fld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08440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03/06/2026</a:t>
            </a:fld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683767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03/06/2026</a:t>
            </a:fld>
            <a:endParaRPr lang="en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026397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03/06/2026</a:t>
            </a:fld>
            <a:endParaRPr lang="en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592635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BE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82085877-2B37-48E7-8B6D-4D4ED486130A}" type="datetimeFigureOut">
              <a:rPr lang="en-BE" smtClean="0"/>
              <a:t>03/06/2026</a:t>
            </a:fld>
            <a:endParaRPr lang="en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F15161DE-E191-4798-91BE-355EA90292A5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972346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85F04-C22A-42D7-B131-70E81FD946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10515600" cy="4041648"/>
          </a:xfrm>
        </p:spPr>
        <p:txBody>
          <a:bodyPr/>
          <a:lstStyle/>
          <a:p>
            <a:r>
              <a:rPr lang="en-US" dirty="0"/>
              <a:t>GPP Exam: Zombie AI</a:t>
            </a:r>
            <a:endParaRPr lang="en-B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0651AA-5F60-4B6E-8386-AEA67C018D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>
                <a:solidFill>
                  <a:schemeClr val="bg1">
                    <a:lumMod val="75000"/>
                  </a:schemeClr>
                </a:solidFill>
              </a:rPr>
              <a:t>Delete all comments after reading</a:t>
            </a:r>
          </a:p>
          <a:p>
            <a:r>
              <a:rPr lang="en-US" i="1">
                <a:solidFill>
                  <a:schemeClr val="bg1">
                    <a:lumMod val="75000"/>
                  </a:schemeClr>
                </a:solidFill>
              </a:rPr>
              <a:t>You are not allowed to add more slides to this presentation</a:t>
            </a:r>
            <a:endParaRPr lang="en-BE" i="1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9077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831" y="640080"/>
            <a:ext cx="3690425" cy="136334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200"/>
              <a:t>Decision Making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1396E01-0BDA-56E8-6133-7A24486BDB6E}"/>
              </a:ext>
            </a:extLst>
          </p:cNvPr>
          <p:cNvSpPr txBox="1">
            <a:spLocks/>
          </p:cNvSpPr>
          <p:nvPr/>
        </p:nvSpPr>
        <p:spPr>
          <a:xfrm>
            <a:off x="643831" y="2325157"/>
            <a:ext cx="4010465" cy="38549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182880">
              <a:buClr>
                <a:schemeClr val="accent1"/>
              </a:buClr>
            </a:pPr>
            <a:r>
              <a:rPr lang="en-US" sz="1600" b="1" dirty="0"/>
              <a:t>States</a:t>
            </a:r>
          </a:p>
          <a:p>
            <a:pPr lvl="1" indent="-182880">
              <a:buClr>
                <a:schemeClr val="accent1"/>
              </a:buClr>
            </a:pPr>
            <a:r>
              <a:rPr lang="en-US" sz="1600" dirty="0"/>
              <a:t>Scavenge</a:t>
            </a:r>
          </a:p>
          <a:p>
            <a:pPr lvl="1" indent="-182880">
              <a:buClr>
                <a:schemeClr val="accent1"/>
              </a:buClr>
            </a:pPr>
            <a:r>
              <a:rPr lang="en-US" sz="1600" dirty="0"/>
              <a:t>Return</a:t>
            </a:r>
          </a:p>
          <a:p>
            <a:pPr lvl="1" indent="-182880">
              <a:buClr>
                <a:schemeClr val="accent1"/>
              </a:buClr>
            </a:pPr>
            <a:r>
              <a:rPr lang="en-US" sz="1600" dirty="0"/>
              <a:t>Explore</a:t>
            </a:r>
          </a:p>
          <a:p>
            <a:pPr lvl="1" indent="-182880">
              <a:buClr>
                <a:schemeClr val="accent1"/>
              </a:buClr>
            </a:pPr>
            <a:r>
              <a:rPr lang="en-US" sz="1600" dirty="0"/>
              <a:t>Flee</a:t>
            </a:r>
          </a:p>
          <a:p>
            <a:pPr lvl="1" indent="-182880">
              <a:buClr>
                <a:schemeClr val="accent1"/>
              </a:buClr>
            </a:pPr>
            <a:r>
              <a:rPr lang="en-US" sz="1600" dirty="0"/>
              <a:t>Combat</a:t>
            </a:r>
          </a:p>
          <a:p>
            <a:pPr lvl="1" indent="-182880">
              <a:buClr>
                <a:schemeClr val="accent1"/>
              </a:buClr>
            </a:pPr>
            <a:r>
              <a:rPr lang="en-US" sz="1600" dirty="0"/>
              <a:t>Hide</a:t>
            </a:r>
          </a:p>
          <a:p>
            <a:pPr indent="-182880">
              <a:buClr>
                <a:schemeClr val="accent1"/>
              </a:buClr>
            </a:pPr>
            <a:r>
              <a:rPr lang="en-US" sz="1600" dirty="0"/>
              <a:t>Resume Previous State</a:t>
            </a:r>
          </a:p>
          <a:p>
            <a:pPr lvl="1" indent="-182880">
              <a:buClr>
                <a:schemeClr val="accent1"/>
              </a:buClr>
            </a:pPr>
            <a:r>
              <a:rPr lang="en-BE" sz="1200" dirty="0"/>
              <a:t>If you get interrupted by a zombie</a:t>
            </a:r>
            <a:r>
              <a:rPr lang="en-GB" sz="1200" dirty="0"/>
              <a:t> / purge zone</a:t>
            </a:r>
            <a:r>
              <a:rPr lang="en-BE" sz="1200" dirty="0"/>
              <a:t> while running to a house </a:t>
            </a:r>
            <a:r>
              <a:rPr lang="en-GB" sz="1200" dirty="0"/>
              <a:t>you:</a:t>
            </a:r>
          </a:p>
          <a:p>
            <a:pPr lvl="2" indent="-182880">
              <a:buClr>
                <a:schemeClr val="accent1"/>
              </a:buClr>
            </a:pPr>
            <a:r>
              <a:rPr lang="en-GB" sz="1000" dirty="0"/>
              <a:t>F</a:t>
            </a:r>
            <a:r>
              <a:rPr lang="en-BE" sz="1000" dirty="0" err="1"/>
              <a:t>ight</a:t>
            </a:r>
            <a:r>
              <a:rPr lang="en-BE" sz="1000" dirty="0"/>
              <a:t> it</a:t>
            </a:r>
            <a:r>
              <a:rPr lang="en-GB" sz="1000" dirty="0"/>
              <a:t> </a:t>
            </a:r>
          </a:p>
          <a:p>
            <a:pPr lvl="2" indent="-182880">
              <a:buClr>
                <a:schemeClr val="accent1"/>
              </a:buClr>
            </a:pPr>
            <a:r>
              <a:rPr lang="en-GB" sz="1000" dirty="0"/>
              <a:t>Flee from it</a:t>
            </a:r>
          </a:p>
          <a:p>
            <a:pPr lvl="2" indent="-182880">
              <a:buClr>
                <a:schemeClr val="accent1"/>
              </a:buClr>
            </a:pPr>
            <a:r>
              <a:rPr lang="en-GB" sz="1000" dirty="0"/>
              <a:t>Hide from it</a:t>
            </a:r>
          </a:p>
          <a:p>
            <a:pPr lvl="1" indent="-182880">
              <a:buClr>
                <a:schemeClr val="accent1"/>
              </a:buClr>
            </a:pPr>
            <a:r>
              <a:rPr lang="en-GB" sz="1200" dirty="0"/>
              <a:t>But the AI</a:t>
            </a:r>
            <a:r>
              <a:rPr lang="en-BE" sz="1200" dirty="0"/>
              <a:t> </a:t>
            </a:r>
            <a:r>
              <a:rPr lang="en-GB" sz="1200" dirty="0"/>
              <a:t>r</a:t>
            </a:r>
            <a:r>
              <a:rPr lang="en-BE" sz="1200" dirty="0" err="1"/>
              <a:t>emember</a:t>
            </a:r>
            <a:r>
              <a:rPr lang="en-BE" sz="1200" dirty="0"/>
              <a:t> to finish walking to the house</a:t>
            </a:r>
            <a:endParaRPr lang="en-US" sz="12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69C64C8-150A-6191-E4B2-3B1D203CF6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54296" y="679439"/>
            <a:ext cx="6155736" cy="5509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4309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Enemy handling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15428-ACD8-4B22-96DC-2806680ED3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5976" y="5861304"/>
            <a:ext cx="4687824" cy="923544"/>
          </a:xfrm>
        </p:spPr>
        <p:txBody>
          <a:bodyPr>
            <a:normAutofit fontScale="92500" lnSpcReduction="20000"/>
          </a:bodyPr>
          <a:lstStyle/>
          <a:p>
            <a:r>
              <a:rPr lang="en-US" sz="1400" i="1" dirty="0">
                <a:solidFill>
                  <a:schemeClr val="bg1">
                    <a:lumMod val="75000"/>
                  </a:schemeClr>
                </a:solidFill>
              </a:rPr>
              <a:t>How does your agent deal with enemies (aiming, shooting, item usage, avoidance, hiding, usage of sprint, …)?</a:t>
            </a:r>
            <a:endParaRPr lang="en-BE" sz="1400" i="1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sz="1400" i="1" dirty="0">
                <a:solidFill>
                  <a:schemeClr val="bg1">
                    <a:lumMod val="75000"/>
                  </a:schemeClr>
                </a:solidFill>
              </a:rPr>
              <a:t>USE IMAGES/GIFS</a:t>
            </a:r>
            <a:endParaRPr lang="en-BE" sz="14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A9E07C2-8BCC-EE2B-A33D-A67ADDAD011E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8269224" cy="356019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800" b="1" dirty="0"/>
              <a:t>Keeping Distance: </a:t>
            </a:r>
          </a:p>
          <a:p>
            <a:pPr lvl="1"/>
            <a:r>
              <a:rPr lang="en-GB" sz="1400" dirty="0"/>
              <a:t>The agent avoids zombies that are far away (to save stamina)</a:t>
            </a:r>
          </a:p>
          <a:p>
            <a:pPr lvl="1"/>
            <a:r>
              <a:rPr lang="en-GB" sz="1400" dirty="0"/>
              <a:t>Keeping more distance around heavy zombies</a:t>
            </a:r>
          </a:p>
          <a:p>
            <a:r>
              <a:rPr lang="en-GB" sz="1800" b="1" dirty="0"/>
              <a:t>Kiting: </a:t>
            </a:r>
          </a:p>
          <a:p>
            <a:pPr lvl="1"/>
            <a:r>
              <a:rPr lang="en-GB" sz="1400" dirty="0"/>
              <a:t>When fighting, it backs away while shooting to keep zombies at a safe distance</a:t>
            </a:r>
          </a:p>
          <a:p>
            <a:r>
              <a:rPr lang="en-GB" sz="1800" b="1" dirty="0"/>
              <a:t>Weapon Switching: </a:t>
            </a:r>
          </a:p>
          <a:p>
            <a:pPr lvl="1"/>
            <a:r>
              <a:rPr lang="en-GB" sz="1400" dirty="0"/>
              <a:t>Based on range, the agent will use a shotgun for up close and pistol for far away</a:t>
            </a:r>
          </a:p>
          <a:p>
            <a:r>
              <a:rPr lang="en-GB" sz="1800" b="1" dirty="0"/>
              <a:t>Last-Minute Escape: </a:t>
            </a:r>
          </a:p>
          <a:p>
            <a:pPr lvl="1"/>
            <a:r>
              <a:rPr lang="en-GB" sz="1400" dirty="0"/>
              <a:t>If unarmed and in danger, it runs to the nearest house to look for a weapon</a:t>
            </a:r>
          </a:p>
          <a:p>
            <a:r>
              <a:rPr lang="en-GB" sz="1800" b="1" dirty="0"/>
              <a:t>Hiding: </a:t>
            </a:r>
          </a:p>
          <a:p>
            <a:pPr lvl="1"/>
            <a:r>
              <a:rPr lang="en-GB" sz="1400" dirty="0"/>
              <a:t>Only hides when it has enough of a lead</a:t>
            </a:r>
          </a:p>
          <a:p>
            <a:pPr lvl="1"/>
            <a:r>
              <a:rPr lang="en-GB" sz="1400" dirty="0"/>
              <a:t>If a zombie follows inside, it immediately runs and finds another route</a:t>
            </a:r>
            <a:endParaRPr lang="en-BE" sz="1400" dirty="0"/>
          </a:p>
        </p:txBody>
      </p:sp>
    </p:spTree>
    <p:extLst>
      <p:ext uri="{BB962C8B-B14F-4D97-AF65-F5344CB8AC3E}">
        <p14:creationId xmlns:p14="http://schemas.microsoft.com/office/powerpoint/2010/main" val="3827530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Inventory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15428-ACD8-4B22-96DC-2806680ED3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0" y="5952745"/>
            <a:ext cx="5001768" cy="777240"/>
          </a:xfrm>
        </p:spPr>
        <p:txBody>
          <a:bodyPr>
            <a:normAutofit/>
          </a:bodyPr>
          <a:lstStyle/>
          <a:p>
            <a:r>
              <a:rPr lang="en-US" sz="1300" i="1" dirty="0">
                <a:solidFill>
                  <a:schemeClr val="bg1">
                    <a:lumMod val="75000"/>
                  </a:schemeClr>
                </a:solidFill>
              </a:rPr>
              <a:t>How does your agent manage the inventory (inventory organization, item usage, picking up and remembering items,…)? </a:t>
            </a:r>
            <a:endParaRPr lang="en-BE" sz="1300" i="1" dirty="0">
              <a:solidFill>
                <a:schemeClr val="bg1">
                  <a:lumMod val="75000"/>
                </a:schemeClr>
              </a:solidFill>
            </a:endParaRPr>
          </a:p>
          <a:p>
            <a:endParaRPr lang="en-BE" sz="13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4F07314-2EA6-7F5C-6E26-1674A12724BC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9878568" cy="35601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800" b="1" dirty="0"/>
              <a:t>Garbage Disposal: </a:t>
            </a:r>
          </a:p>
          <a:p>
            <a:pPr lvl="1"/>
            <a:r>
              <a:rPr lang="en-GB" sz="1400" dirty="0"/>
              <a:t>The agent instantly picks up and destroys garbage. (for item respawn)</a:t>
            </a:r>
            <a:endParaRPr lang="en-GB" sz="1800" dirty="0"/>
          </a:p>
          <a:p>
            <a:r>
              <a:rPr lang="en-GB" sz="1800" b="1" dirty="0"/>
              <a:t>Smart Consumption: </a:t>
            </a:r>
          </a:p>
          <a:p>
            <a:pPr lvl="1"/>
            <a:r>
              <a:rPr lang="en-GB" sz="1400" dirty="0"/>
              <a:t>Uses </a:t>
            </a:r>
            <a:r>
              <a:rPr lang="en-GB" sz="1400" dirty="0" err="1"/>
              <a:t>Medkits</a:t>
            </a:r>
            <a:r>
              <a:rPr lang="en-GB" sz="1400" dirty="0"/>
              <a:t> when health drops below 40% </a:t>
            </a:r>
          </a:p>
          <a:p>
            <a:pPr lvl="1"/>
            <a:r>
              <a:rPr lang="en-GB" sz="1400" dirty="0"/>
              <a:t>Uses Food when stamina drops below 50%</a:t>
            </a:r>
            <a:endParaRPr lang="en-GB" sz="1800" dirty="0"/>
          </a:p>
          <a:p>
            <a:r>
              <a:rPr lang="en-GB" sz="1800" b="1" dirty="0"/>
              <a:t>Item Swapping: </a:t>
            </a:r>
          </a:p>
          <a:p>
            <a:pPr lvl="1"/>
            <a:r>
              <a:rPr lang="en-GB" sz="1400" dirty="0"/>
              <a:t>The agent dynamically drops nonessential items (like food when at full stamina) to grab essential weapons</a:t>
            </a:r>
          </a:p>
          <a:p>
            <a:r>
              <a:rPr lang="en-GB" sz="1800" b="1" dirty="0"/>
              <a:t>Remember Items: </a:t>
            </a:r>
          </a:p>
          <a:p>
            <a:pPr lvl="1"/>
            <a:r>
              <a:rPr lang="en-GB" sz="1400" dirty="0"/>
              <a:t>Caches the exact location of items it couldn't carry</a:t>
            </a:r>
          </a:p>
          <a:p>
            <a:pPr lvl="1"/>
            <a:r>
              <a:rPr lang="en-GB" sz="1400" dirty="0"/>
              <a:t>When inventory space frees up in the </a:t>
            </a:r>
            <a:r>
              <a:rPr lang="en-GB" sz="1400" dirty="0" err="1"/>
              <a:t>ReturnState</a:t>
            </a:r>
            <a:r>
              <a:rPr lang="en-GB" sz="1400" dirty="0"/>
              <a:t>, it paths directly to those left behind items first</a:t>
            </a:r>
          </a:p>
        </p:txBody>
      </p:sp>
    </p:spTree>
    <p:extLst>
      <p:ext uri="{BB962C8B-B14F-4D97-AF65-F5344CB8AC3E}">
        <p14:creationId xmlns:p14="http://schemas.microsoft.com/office/powerpoint/2010/main" val="160499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Movement - Steering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15428-ACD8-4B22-96DC-2806680ED3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6680" y="6217920"/>
            <a:ext cx="3493008" cy="968057"/>
          </a:xfrm>
        </p:spPr>
        <p:txBody>
          <a:bodyPr>
            <a:normAutofit/>
          </a:bodyPr>
          <a:lstStyle/>
          <a:p>
            <a:r>
              <a:rPr lang="en-US" sz="1300" i="1" dirty="0">
                <a:solidFill>
                  <a:schemeClr val="bg1">
                    <a:lumMod val="75000"/>
                  </a:schemeClr>
                </a:solidFill>
              </a:rPr>
              <a:t>How many steering behaviors does it use? Does it use blended steering?</a:t>
            </a:r>
            <a:endParaRPr lang="en-BE" sz="1300" i="1" dirty="0">
              <a:solidFill>
                <a:schemeClr val="bg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BE" sz="13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655EF01-FC37-3CD2-B66C-16C94E0551BD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9878568" cy="35601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800" b="1" dirty="0"/>
              <a:t>Blended Steering: </a:t>
            </a:r>
          </a:p>
          <a:p>
            <a:pPr lvl="1"/>
            <a:r>
              <a:rPr lang="en-GB" sz="1400" dirty="0"/>
              <a:t>I use a weighted blend of </a:t>
            </a:r>
          </a:p>
          <a:p>
            <a:pPr lvl="2"/>
            <a:r>
              <a:rPr lang="en-GB" sz="1200" dirty="0"/>
              <a:t>Seek (pulling toward the </a:t>
            </a:r>
            <a:r>
              <a:rPr lang="en-GB" sz="1200" dirty="0" err="1"/>
              <a:t>NavMesh</a:t>
            </a:r>
            <a:r>
              <a:rPr lang="en-GB" sz="1200" dirty="0"/>
              <a:t> waypoint) </a:t>
            </a:r>
          </a:p>
          <a:p>
            <a:pPr lvl="2"/>
            <a:r>
              <a:rPr lang="en-GB" sz="1200" dirty="0"/>
              <a:t>Separation (pushing away from known zombies).</a:t>
            </a:r>
          </a:p>
          <a:p>
            <a:r>
              <a:rPr lang="en-GB" sz="1800" b="1" dirty="0"/>
              <a:t>Tangential Avoidance: </a:t>
            </a:r>
          </a:p>
          <a:p>
            <a:pPr lvl="1"/>
            <a:r>
              <a:rPr lang="en-GB" sz="1400" dirty="0"/>
              <a:t>I use the Cross Product to calculate a tangent vector, this allows the agent to smoothly walk past a zombie's shoulder without losing forward momentum.</a:t>
            </a:r>
            <a:endParaRPr lang="en-GB" sz="1800" dirty="0"/>
          </a:p>
          <a:p>
            <a:r>
              <a:rPr lang="en-GB" sz="1800" b="1" dirty="0"/>
              <a:t>Anti Stuck Fixes: </a:t>
            </a:r>
          </a:p>
          <a:p>
            <a:pPr lvl="1"/>
            <a:r>
              <a:rPr lang="en-GB" sz="1400" dirty="0"/>
              <a:t>Tracks physical velocity, if the agent gets stuck on a doorframe or behind a wall, it skips waypoints or recalculates the path to get free</a:t>
            </a:r>
            <a:endParaRPr lang="en-GB" sz="1000" dirty="0"/>
          </a:p>
        </p:txBody>
      </p:sp>
    </p:spTree>
    <p:extLst>
      <p:ext uri="{BB962C8B-B14F-4D97-AF65-F5344CB8AC3E}">
        <p14:creationId xmlns:p14="http://schemas.microsoft.com/office/powerpoint/2010/main" val="32677628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Movement </a:t>
            </a:r>
            <a:r>
              <a:rPr lang="en-US"/>
              <a:t>- Exploration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15428-ACD8-4B22-96DC-2806680ED3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77456" y="5806441"/>
            <a:ext cx="4133088" cy="941832"/>
          </a:xfrm>
        </p:spPr>
        <p:txBody>
          <a:bodyPr>
            <a:normAutofit fontScale="92500" lnSpcReduction="10000"/>
          </a:bodyPr>
          <a:lstStyle/>
          <a:p>
            <a:r>
              <a:rPr lang="en-US" sz="1300" i="1" dirty="0">
                <a:solidFill>
                  <a:schemeClr val="bg1">
                    <a:lumMod val="75000"/>
                  </a:schemeClr>
                </a:solidFill>
              </a:rPr>
              <a:t>How does your agent explore the world ( how does it traverse the world, when and why does it visit houses, does it have a memory?)?</a:t>
            </a:r>
          </a:p>
          <a:p>
            <a:r>
              <a:rPr lang="en-US" sz="1300" i="1" dirty="0">
                <a:solidFill>
                  <a:schemeClr val="bg1">
                    <a:lumMod val="75000"/>
                  </a:schemeClr>
                </a:solidFill>
              </a:rPr>
              <a:t>USE IMAGES/GIFS</a:t>
            </a:r>
          </a:p>
          <a:p>
            <a:pPr marL="0" indent="0">
              <a:buNone/>
            </a:pPr>
            <a:endParaRPr lang="en-BE" sz="13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9F6939F-E4D4-0F22-89C4-FC80D48FAE1A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9878568" cy="35601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800" b="1" dirty="0"/>
              <a:t>Memory Map: </a:t>
            </a:r>
          </a:p>
          <a:p>
            <a:pPr lvl="1"/>
            <a:r>
              <a:rPr lang="en-GB" sz="1400" dirty="0"/>
              <a:t>Uses arrays to separate </a:t>
            </a:r>
            <a:r>
              <a:rPr lang="en-GB" sz="1400" dirty="0" err="1"/>
              <a:t>KnownHouses</a:t>
            </a:r>
            <a:r>
              <a:rPr lang="en-GB" sz="1400" dirty="0"/>
              <a:t> from </a:t>
            </a:r>
            <a:r>
              <a:rPr lang="en-GB" sz="1400" dirty="0" err="1"/>
              <a:t>VisitedHouses</a:t>
            </a:r>
            <a:r>
              <a:rPr lang="en-GB" sz="1400" dirty="0"/>
              <a:t>, this prevents the AI from getting in an endless loops visiting the same building</a:t>
            </a:r>
            <a:endParaRPr lang="en-GB" sz="1800" dirty="0"/>
          </a:p>
          <a:p>
            <a:r>
              <a:rPr lang="en-GB" sz="1800" b="1" dirty="0"/>
              <a:t>Town Sweeping vs. Wandering: </a:t>
            </a:r>
          </a:p>
          <a:p>
            <a:pPr lvl="1"/>
            <a:r>
              <a:rPr lang="en-GB" sz="1400" dirty="0"/>
              <a:t>Systematically sweeps all houses in a localized cluster. Once a town is dry, it randomly wanders a direction and discover new locations (hopefully)</a:t>
            </a:r>
          </a:p>
          <a:p>
            <a:r>
              <a:rPr lang="en-GB" sz="1800" b="1" dirty="0"/>
              <a:t>Paranoia Checks: </a:t>
            </a:r>
          </a:p>
          <a:p>
            <a:pPr lvl="1"/>
            <a:r>
              <a:rPr lang="en-GB" sz="1400" dirty="0"/>
              <a:t>Smoothly interpolates 160°-200° shoulder checks every 8-15 seconds to ensure behind</a:t>
            </a:r>
          </a:p>
          <a:p>
            <a:r>
              <a:rPr lang="en-GB" sz="1800" b="1" dirty="0"/>
              <a:t>Restocking (The Return): </a:t>
            </a:r>
          </a:p>
          <a:p>
            <a:pPr lvl="1"/>
            <a:r>
              <a:rPr lang="en-GB" sz="1400" dirty="0"/>
              <a:t>Because items respawn in houses, the FSM tracks how long it has been in the exploring, it goes back</a:t>
            </a:r>
          </a:p>
          <a:p>
            <a:pPr lvl="2"/>
            <a:r>
              <a:rPr lang="en-GB" sz="1000" dirty="0"/>
              <a:t>When supplies get low </a:t>
            </a:r>
          </a:p>
          <a:p>
            <a:pPr lvl="2"/>
            <a:r>
              <a:rPr lang="en-GB" sz="1000" dirty="0"/>
              <a:t>When the AI has explored 30 seconds without success</a:t>
            </a:r>
          </a:p>
          <a:p>
            <a:pPr lvl="1"/>
            <a:r>
              <a:rPr lang="en-GB" sz="1400" dirty="0"/>
              <a:t>It paths back to previously visited towns hoping items respawned</a:t>
            </a:r>
            <a:endParaRPr lang="en-GB" sz="700" dirty="0"/>
          </a:p>
        </p:txBody>
      </p:sp>
    </p:spTree>
    <p:extLst>
      <p:ext uri="{BB962C8B-B14F-4D97-AF65-F5344CB8AC3E}">
        <p14:creationId xmlns:p14="http://schemas.microsoft.com/office/powerpoint/2010/main" val="16521424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High Score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15428-ACD8-4B22-96DC-2806680ED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>
                <a:solidFill>
                  <a:schemeClr val="bg1">
                    <a:lumMod val="75000"/>
                  </a:schemeClr>
                </a:solidFill>
              </a:rPr>
              <a:t>Screen shot or list of highest scores</a:t>
            </a:r>
            <a:endParaRPr lang="en-BE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3734040"/>
      </p:ext>
    </p:extLst>
  </p:cSld>
  <p:clrMapOvr>
    <a:masterClrMapping/>
  </p:clrMapOvr>
</p:sld>
</file>

<file path=ppt/theme/theme1.xml><?xml version="1.0" encoding="utf-8"?>
<a:theme xmlns:a="http://schemas.openxmlformats.org/drawingml/2006/main" name="Weergave">
  <a:themeElements>
    <a:clrScheme name="Weergave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Weergave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Weergave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conOverlay xmlns="http://schemas.microsoft.com/sharepoint/v4" xsi:nil="true"/>
    <TaxCatchAll xmlns="128482ec-0431-40d5-ab26-89ea2a4f3ccd" xsi:nil="true"/>
    <m99485b88215436a82099f8287cba0b0 xmlns="128482ec-0431-40d5-ab26-89ea2a4f3ccd">
      <Terms xmlns="http://schemas.microsoft.com/office/infopath/2007/PartnerControls"/>
    </m99485b88215436a82099f8287cba0b0>
    <lcf76f155ced4ddcb4097134ff3c332f xmlns="60eb0cf4-ae2a-4762-800a-cb593b869ecb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23942CCEB3A674D8F1F6472CCEFB38E" ma:contentTypeVersion="11" ma:contentTypeDescription="Create a new document." ma:contentTypeScope="" ma:versionID="e4de40d148e029d40e3aaddc8bf68a5e">
  <xsd:schema xmlns:xsd="http://www.w3.org/2001/XMLSchema" xmlns:xs="http://www.w3.org/2001/XMLSchema" xmlns:p="http://schemas.microsoft.com/office/2006/metadata/properties" xmlns:ns2="128482ec-0431-40d5-ab26-89ea2a4f3ccd" xmlns:ns3="60eb0cf4-ae2a-4762-800a-cb593b869ecb" xmlns:ns4="http://schemas.microsoft.com/sharepoint/v4" xmlns:ns5="a2e691a9-fcfc-4d85-a390-1894fe98bd9e" targetNamespace="http://schemas.microsoft.com/office/2006/metadata/properties" ma:root="true" ma:fieldsID="fce8e8bd091658f3fe51b22d57dec109" ns2:_="" ns3:_="" ns4:_="" ns5:_="">
    <xsd:import namespace="128482ec-0431-40d5-ab26-89ea2a4f3ccd"/>
    <xsd:import namespace="60eb0cf4-ae2a-4762-800a-cb593b869ecb"/>
    <xsd:import namespace="http://schemas.microsoft.com/sharepoint/v4"/>
    <xsd:import namespace="a2e691a9-fcfc-4d85-a390-1894fe98bd9e"/>
    <xsd:element name="properties">
      <xsd:complexType>
        <xsd:sequence>
          <xsd:element name="documentManagement">
            <xsd:complexType>
              <xsd:all>
                <xsd:element ref="ns2:m99485b88215436a82099f8287cba0b0" minOccurs="0"/>
                <xsd:element ref="ns2:TaxCatchAll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Location" minOccurs="0"/>
                <xsd:element ref="ns4:IconOverlay" minOccurs="0"/>
                <xsd:element ref="ns5:SharedWithUsers" minOccurs="0"/>
                <xsd:element ref="ns5:SharedWithDetail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8482ec-0431-40d5-ab26-89ea2a4f3ccd" elementFormDefault="qualified">
    <xsd:import namespace="http://schemas.microsoft.com/office/2006/documentManagement/types"/>
    <xsd:import namespace="http://schemas.microsoft.com/office/infopath/2007/PartnerControls"/>
    <xsd:element name="m99485b88215436a82099f8287cba0b0" ma:index="9" nillable="true" ma:taxonomy="true" ma:internalName="m99485b88215436a82099f8287cba0b0" ma:taxonomyFieldName="Kernteam" ma:displayName="Kernteam" ma:default="" ma:fieldId="{699485b8-8215-436a-8209-9f8287cba0b0}" ma:taxonomyMulti="true" ma:sspId="9d9af33d-1c7e-4655-8224-df3a670842a4" ma:termSetId="f2199854-b90f-4d12-b5f9-723340d5e437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10" nillable="true" ma:displayName="Taxonomy Catch All Column" ma:hidden="true" ma:list="{26a5f98c-5cc8-4015-9754-f7f59d70125b}" ma:internalName="TaxCatchAll" ma:showField="CatchAllData" ma:web="128482ec-0431-40d5-ab26-89ea2a4f3cc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eb0cf4-ae2a-4762-800a-cb593b869e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MediaServiceAutoTags" ma:internalName="MediaServiceAutoTags" ma:readOnly="true">
      <xsd:simpleType>
        <xsd:restriction base="dms:Text"/>
      </xsd:simpleType>
    </xsd:element>
    <xsd:element name="MediaServiceOCR" ma:index="15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MediaServiceLocation" ma:internalName="MediaServiceLocation" ma:readOnly="true">
      <xsd:simpleType>
        <xsd:restriction base="dms:Text"/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4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6" nillable="true" ma:taxonomy="true" ma:internalName="lcf76f155ced4ddcb4097134ff3c332f" ma:taxonomyFieldName="MediaServiceImageTags" ma:displayName="Image Tags" ma:readOnly="false" ma:fieldId="{5cf76f15-5ced-4ddc-b409-7134ff3c332f}" ma:taxonomyMulti="true" ma:sspId="9d9af33d-1c7e-4655-8224-df3a670842a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7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17" nillable="true" ma:displayName="IconOverlay" ma:hidden="true" ma:internalName="IconOverlay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e691a9-fcfc-4d85-a390-1894fe98bd9e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Gedeeld met" ma:SearchPeopleOnly="false" ma:SharePointGroup="0" ma:internalName="SharedWithUsers" ma:readOnly="tru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743389A-7EE0-4951-8919-E91DD69E3687}">
  <ds:schemaRefs>
    <ds:schemaRef ds:uri="128482ec-0431-40d5-ab26-89ea2a4f3ccd"/>
    <ds:schemaRef ds:uri="http://schemas.microsoft.com/office/2006/metadata/properties"/>
    <ds:schemaRef ds:uri="http://schemas.microsoft.com/office/infopath/2007/PartnerControls"/>
    <ds:schemaRef ds:uri="http://schemas.microsoft.com/sharepoint/v4"/>
    <ds:schemaRef ds:uri="60eb0cf4-ae2a-4762-800a-cb593b869ecb"/>
  </ds:schemaRefs>
</ds:datastoreItem>
</file>

<file path=customXml/itemProps2.xml><?xml version="1.0" encoding="utf-8"?>
<ds:datastoreItem xmlns:ds="http://schemas.openxmlformats.org/officeDocument/2006/customXml" ds:itemID="{D7B8C5DE-3345-4025-A942-C5AA68E5554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28482ec-0431-40d5-ab26-89ea2a4f3ccd"/>
    <ds:schemaRef ds:uri="60eb0cf4-ae2a-4762-800a-cb593b869ecb"/>
    <ds:schemaRef ds:uri="http://schemas.microsoft.com/sharepoint/v4"/>
    <ds:schemaRef ds:uri="a2e691a9-fcfc-4d85-a390-1894fe98bd9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F8EC6D1-CB19-4400-AD0A-0C75CD884AE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TM03457515[[fn=Weergave]]</Template>
  <TotalTime>146</TotalTime>
  <Words>584</Words>
  <Application>Microsoft Office PowerPoint</Application>
  <PresentationFormat>Breedbeeld</PresentationFormat>
  <Paragraphs>70</Paragraphs>
  <Slides>7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7</vt:i4>
      </vt:variant>
    </vt:vector>
  </HeadingPairs>
  <TitlesOfParts>
    <vt:vector size="11" baseType="lpstr">
      <vt:lpstr>Arial</vt:lpstr>
      <vt:lpstr>Century Schoolbook</vt:lpstr>
      <vt:lpstr>Wingdings 2</vt:lpstr>
      <vt:lpstr>Weergave</vt:lpstr>
      <vt:lpstr>GPP Exam: Zombie AI</vt:lpstr>
      <vt:lpstr>Decision Making</vt:lpstr>
      <vt:lpstr>Enemy handling</vt:lpstr>
      <vt:lpstr>Inventory</vt:lpstr>
      <vt:lpstr>Movement - Steering</vt:lpstr>
      <vt:lpstr>Movement - Exploration</vt:lpstr>
      <vt:lpstr>High Score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GPP Exam: Zombie AI</dc:title>
  <dc:creator>Vandaele Yosha</dc:creator>
  <cp:lastModifiedBy>Thomas Deroy</cp:lastModifiedBy>
  <cp:revision>5</cp:revision>
  <dcterms:created xsi:type="dcterms:W3CDTF">2021-12-17T12:45:32Z</dcterms:created>
  <dcterms:modified xsi:type="dcterms:W3CDTF">2026-06-03T00:56:25Z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0x010100723942CCEB3A674D8F1F6472CCEFB38E</vt:lpwstr>
  </property>
  <property fmtid="{D5CDD505-2E9C-101B-9397-08002B2CF9AE}" pid="3" name="Kernteam">
    <vt:lpwstr/>
  </property>
  <property fmtid="{D5CDD505-2E9C-101B-9397-08002B2CF9AE}" pid="4" name="MediaServiceImageTags">
    <vt:lpwstr/>
  </property>
</Properties>
</file>